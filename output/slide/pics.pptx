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88743-6B74-B72D-96FF-8C5CDF085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F0509E-7875-B473-6735-3A981A7EF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43866-0F6C-C086-1E98-7B371EFD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115445-EB52-9DA4-C3A1-86FF58B9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6659F-F255-F2F9-E747-9076F731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69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F7ECB-147D-90BE-A838-C69D64F9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EDC938-6F75-CF44-5ECC-DB4F4BB00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A65BE-2333-7BF6-DD53-01CAF7F8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E67A6-45DA-D425-9B4F-BDB2D57E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6EA71-29B2-4D66-86E0-09AF682C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35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27CE3-EF61-F028-EBED-FCE23BD6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921FB9-0F2E-8176-280B-80F33FFB0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CA3C75-BB6F-F534-EF19-FC45B95F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963C4-B7AA-9878-F5D3-4BE0F2F8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9BAF3-AF3C-ED6D-BD62-448EC359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03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AADCA-1709-E0FF-1EC8-633F733B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2DF57-B855-71FB-2214-932512C49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76A760-ED89-F663-F912-A7E20D697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F33053-6219-AB36-1FA7-8B9D0A17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430CFB-A8B8-180C-F712-D4C754FF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DD58E-CA6F-376C-6EAC-625F473C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78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19696-78D7-66F8-AA65-4AF2641D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7A2734-3E7F-C369-CBA6-C69DF7C4A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81EE7D-0B40-7E40-24A8-E529B9734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CF81E4-11B9-1405-913E-FF4D6BA7D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AB02A3-752F-A82C-9032-3E4555507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5C694B-0FEE-1F97-A6A3-3EED9A09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48201C-ACC8-B9F8-DA4E-7F6AED52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898EEF-495A-4557-C922-C59CF731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43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DA02A-0ED2-23F8-63B7-97386FA4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2613C5-C825-3D32-3DC3-C0BDD384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BF4D8B-D732-8310-7528-3CE0FF82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1CC42-AD50-01FB-C8B7-C4E70132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84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AA6146-951A-D5B6-4067-622583DF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CA9EAF-888E-37E9-FCD8-F01811CD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75BB0-7481-98CC-233D-E3101F47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82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651C7-6A5C-0579-B429-F9A87381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4F591-B507-3478-DF47-D61D8FC79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5E7C9B-38F9-FF4D-9D9B-535123E99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D30032-422F-4D4C-C53F-4A66B064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D0D41B-F37A-8E1C-6A2B-AC501256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78BE6-7826-2A47-5AD0-AC78AFAC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7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830E5-82C3-A8AD-48E6-468A4A11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4366C7-BF8C-5C06-EBDF-9DD2DCF0D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DDCC68-C6A7-9849-CE50-C4F5E2895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C6C247-6678-B28F-C00E-DC512096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EB47A-B3CE-D3EB-E901-E91E10B2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63E9D9-C159-0513-1325-AED548D7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9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0B240-38DE-1531-851A-887BBF28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7F9EE9-8B64-9CC0-E8A9-3EDC5DCC7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D5A10-126C-A472-D533-4303BE05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EA0836-68C6-66A5-DD2B-166F27DC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CA3EAA-E4DE-8CEB-E5E6-028DCDA8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87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10B108-74CE-FBF7-010F-7457D7CE4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620A70-BCDE-08D7-A334-914E9FDC2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07FA5-D72B-3A2C-F480-54856653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E7931-9A9B-15FF-C7CC-B559AB51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47C685-C68B-0EDA-918E-E3228992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64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912106-FDC2-DA48-DEE1-B33247BD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7C9B5A-E444-FF85-7622-75A8271E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57DF9-157E-B9A1-011A-D1EA31901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E5548-92FE-43B9-9196-16DBF07FDCA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6C490-AF74-CC7C-F8D2-A9EC7DEF5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D4A05-6827-B4DB-11B3-8A51DBBA0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3A4E1-DFB5-4594-94F0-13897AC14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6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8728A3A-840F-21E2-696A-A857AC729AC1}"/>
              </a:ext>
            </a:extLst>
          </p:cNvPr>
          <p:cNvGrpSpPr/>
          <p:nvPr/>
        </p:nvGrpSpPr>
        <p:grpSpPr>
          <a:xfrm>
            <a:off x="653144" y="438539"/>
            <a:ext cx="11293147" cy="6268341"/>
            <a:chOff x="653144" y="438539"/>
            <a:chExt cx="11293147" cy="626834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4F4A682-58E5-0188-C912-7D7C0DB03364}"/>
                </a:ext>
              </a:extLst>
            </p:cNvPr>
            <p:cNvSpPr/>
            <p:nvPr/>
          </p:nvSpPr>
          <p:spPr>
            <a:xfrm>
              <a:off x="699796" y="499190"/>
              <a:ext cx="3834882" cy="14509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8987173-0335-93DE-3DB0-3791477E52A9}"/>
                </a:ext>
              </a:extLst>
            </p:cNvPr>
            <p:cNvSpPr/>
            <p:nvPr/>
          </p:nvSpPr>
          <p:spPr>
            <a:xfrm>
              <a:off x="5691284" y="438539"/>
              <a:ext cx="4594163" cy="16328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E1D7CEA-661B-6021-1328-D3ADBCD8879E}"/>
                </a:ext>
              </a:extLst>
            </p:cNvPr>
            <p:cNvSpPr/>
            <p:nvPr/>
          </p:nvSpPr>
          <p:spPr>
            <a:xfrm>
              <a:off x="1567543" y="2514600"/>
              <a:ext cx="6895321" cy="20760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C6A593B-A185-830C-F1C5-E67628DCED55}"/>
                </a:ext>
              </a:extLst>
            </p:cNvPr>
            <p:cNvSpPr/>
            <p:nvPr/>
          </p:nvSpPr>
          <p:spPr>
            <a:xfrm>
              <a:off x="653144" y="5066520"/>
              <a:ext cx="8864080" cy="163285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F6578FA-7459-C0BD-FEFA-F48BEAFBB3B3}"/>
                </a:ext>
              </a:extLst>
            </p:cNvPr>
            <p:cNvSpPr/>
            <p:nvPr/>
          </p:nvSpPr>
          <p:spPr>
            <a:xfrm>
              <a:off x="10487607" y="5508170"/>
              <a:ext cx="1458684" cy="74955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箭头: 左弧形 8">
              <a:extLst>
                <a:ext uri="{FF2B5EF4-FFF2-40B4-BE49-F238E27FC236}">
                  <a16:creationId xmlns:a16="http://schemas.microsoft.com/office/drawing/2014/main" id="{99AD6CEB-9D59-EE7B-63D9-06AAC46B7282}"/>
                </a:ext>
              </a:extLst>
            </p:cNvPr>
            <p:cNvSpPr/>
            <p:nvPr/>
          </p:nvSpPr>
          <p:spPr>
            <a:xfrm>
              <a:off x="746448" y="3429000"/>
              <a:ext cx="783771" cy="1637520"/>
            </a:xfrm>
            <a:prstGeom prst="curved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42BF0178-F8AA-AFBB-373A-5A2B93B09767}"/>
                </a:ext>
              </a:extLst>
            </p:cNvPr>
            <p:cNvSpPr/>
            <p:nvPr/>
          </p:nvSpPr>
          <p:spPr>
            <a:xfrm>
              <a:off x="9725611" y="5691673"/>
              <a:ext cx="659360" cy="419878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7E849A39-FD5E-4386-16D3-11AECDCCCAAC}"/>
                </a:ext>
              </a:extLst>
            </p:cNvPr>
            <p:cNvSpPr/>
            <p:nvPr/>
          </p:nvSpPr>
          <p:spPr>
            <a:xfrm>
              <a:off x="4755504" y="1129002"/>
              <a:ext cx="659360" cy="419878"/>
            </a:xfrm>
            <a:prstGeom prst="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弧形 11">
              <a:extLst>
                <a:ext uri="{FF2B5EF4-FFF2-40B4-BE49-F238E27FC236}">
                  <a16:creationId xmlns:a16="http://schemas.microsoft.com/office/drawing/2014/main" id="{12F0223E-8CF3-EF2C-468F-627D7267E29F}"/>
                </a:ext>
              </a:extLst>
            </p:cNvPr>
            <p:cNvSpPr/>
            <p:nvPr/>
          </p:nvSpPr>
          <p:spPr>
            <a:xfrm>
              <a:off x="8500188" y="2071394"/>
              <a:ext cx="1150778" cy="1978092"/>
            </a:xfrm>
            <a:prstGeom prst="curvedLeftArrow">
              <a:avLst>
                <a:gd name="adj1" fmla="val 16821"/>
                <a:gd name="adj2" fmla="val 15015"/>
                <a:gd name="adj3" fmla="val 16082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弧形 12">
              <a:extLst>
                <a:ext uri="{FF2B5EF4-FFF2-40B4-BE49-F238E27FC236}">
                  <a16:creationId xmlns:a16="http://schemas.microsoft.com/office/drawing/2014/main" id="{D76BF0A4-7384-004C-C537-2302094CF3EC}"/>
                </a:ext>
              </a:extLst>
            </p:cNvPr>
            <p:cNvSpPr/>
            <p:nvPr/>
          </p:nvSpPr>
          <p:spPr>
            <a:xfrm rot="843987">
              <a:off x="9892004" y="1456958"/>
              <a:ext cx="1458688" cy="3951738"/>
            </a:xfrm>
            <a:prstGeom prst="curvedLef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4E79DD1-D859-A925-1C3B-2A3AD45259F8}"/>
                </a:ext>
              </a:extLst>
            </p:cNvPr>
            <p:cNvSpPr/>
            <p:nvPr/>
          </p:nvSpPr>
          <p:spPr>
            <a:xfrm>
              <a:off x="1047749" y="879412"/>
              <a:ext cx="1026367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BE4906B-CCA8-810D-1336-DC5C873033CD}"/>
                </a:ext>
              </a:extLst>
            </p:cNvPr>
            <p:cNvSpPr/>
            <p:nvPr/>
          </p:nvSpPr>
          <p:spPr>
            <a:xfrm>
              <a:off x="2537539" y="646146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DF12C3E-0160-32BA-283D-B0B2137A3FFA}"/>
                </a:ext>
              </a:extLst>
            </p:cNvPr>
            <p:cNvSpPr/>
            <p:nvPr/>
          </p:nvSpPr>
          <p:spPr>
            <a:xfrm>
              <a:off x="2551340" y="1075354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EC6FD5F-D574-23B3-8421-1805709A8519}"/>
                </a:ext>
              </a:extLst>
            </p:cNvPr>
            <p:cNvSpPr/>
            <p:nvPr/>
          </p:nvSpPr>
          <p:spPr>
            <a:xfrm>
              <a:off x="2537539" y="1504562"/>
              <a:ext cx="1689228" cy="2939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7BD6D0F-80BA-3D42-3B23-B0575EC98321}"/>
                </a:ext>
              </a:extLst>
            </p:cNvPr>
            <p:cNvSpPr/>
            <p:nvPr/>
          </p:nvSpPr>
          <p:spPr>
            <a:xfrm>
              <a:off x="6096000" y="879412"/>
              <a:ext cx="1247192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22700C4-BC11-698F-DA3F-CD949E0E59C7}"/>
                </a:ext>
              </a:extLst>
            </p:cNvPr>
            <p:cNvSpPr/>
            <p:nvPr/>
          </p:nvSpPr>
          <p:spPr>
            <a:xfrm>
              <a:off x="7982928" y="648480"/>
              <a:ext cx="1991496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D1C56B3-7F8A-B56F-047F-3D6E6DF4A574}"/>
                </a:ext>
              </a:extLst>
            </p:cNvPr>
            <p:cNvSpPr/>
            <p:nvPr/>
          </p:nvSpPr>
          <p:spPr>
            <a:xfrm>
              <a:off x="7996728" y="1077688"/>
              <a:ext cx="1991495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516A44A-BBB1-3364-5956-4762E7E9BA18}"/>
                </a:ext>
              </a:extLst>
            </p:cNvPr>
            <p:cNvSpPr/>
            <p:nvPr/>
          </p:nvSpPr>
          <p:spPr>
            <a:xfrm>
              <a:off x="7982928" y="1506896"/>
              <a:ext cx="1991494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CE082F5-0938-4C6A-756A-78E5E1EE5C03}"/>
                </a:ext>
              </a:extLst>
            </p:cNvPr>
            <p:cNvSpPr/>
            <p:nvPr/>
          </p:nvSpPr>
          <p:spPr>
            <a:xfrm>
              <a:off x="2264621" y="3199230"/>
              <a:ext cx="1518350" cy="690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71EF2D5-20B3-47FD-E088-933C6DB4EC3E}"/>
                </a:ext>
              </a:extLst>
            </p:cNvPr>
            <p:cNvSpPr/>
            <p:nvPr/>
          </p:nvSpPr>
          <p:spPr>
            <a:xfrm>
              <a:off x="4753752" y="2928642"/>
              <a:ext cx="3317228" cy="3055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5E700FB-E2AE-1D3D-EBDD-70107F116005}"/>
                </a:ext>
              </a:extLst>
            </p:cNvPr>
            <p:cNvSpPr/>
            <p:nvPr/>
          </p:nvSpPr>
          <p:spPr>
            <a:xfrm>
              <a:off x="4753751" y="3357850"/>
              <a:ext cx="3331029" cy="3055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56E3E4B-7994-92DE-7DA2-5C6352BE8EE7}"/>
                </a:ext>
              </a:extLst>
            </p:cNvPr>
            <p:cNvSpPr/>
            <p:nvPr/>
          </p:nvSpPr>
          <p:spPr>
            <a:xfrm>
              <a:off x="4753752" y="3787059"/>
              <a:ext cx="3331028" cy="2904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917D987-7C1B-E00C-1286-774025195D7D}"/>
                </a:ext>
              </a:extLst>
            </p:cNvPr>
            <p:cNvSpPr/>
            <p:nvPr/>
          </p:nvSpPr>
          <p:spPr>
            <a:xfrm>
              <a:off x="1387951" y="5444812"/>
              <a:ext cx="2982117" cy="9781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6425809-28A4-CF41-5E9D-CF573A84D6DF}"/>
                </a:ext>
              </a:extLst>
            </p:cNvPr>
            <p:cNvSpPr/>
            <p:nvPr/>
          </p:nvSpPr>
          <p:spPr>
            <a:xfrm>
              <a:off x="5189396" y="5336333"/>
              <a:ext cx="3805314" cy="291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E168926-543B-BADB-2B02-9F5E9DFAA467}"/>
                </a:ext>
              </a:extLst>
            </p:cNvPr>
            <p:cNvSpPr/>
            <p:nvPr/>
          </p:nvSpPr>
          <p:spPr>
            <a:xfrm>
              <a:off x="5203196" y="5765541"/>
              <a:ext cx="3805314" cy="2915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E14CC2C-6304-3CAE-1F97-E6E5EDDDABD7}"/>
                </a:ext>
              </a:extLst>
            </p:cNvPr>
            <p:cNvSpPr/>
            <p:nvPr/>
          </p:nvSpPr>
          <p:spPr>
            <a:xfrm>
              <a:off x="5189396" y="6194749"/>
              <a:ext cx="3819114" cy="2915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BE87EEE-46D8-203E-97D1-BE4DB6B83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1108" y="3081429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149715B-86FE-CEA1-8C92-1E76359AF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1108" y="3488083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33ACE6C-5103-E69F-935F-71634223A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1107" y="3889694"/>
              <a:ext cx="6326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A69D855B-DC4D-A571-983C-3F0F0A0BD1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9369" y="789210"/>
              <a:ext cx="3681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571A236-16AE-3C07-ACB3-5B767E8F0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9369" y="1218418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0563B3A8-64AB-A87D-E447-EEF5791CF5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5567" y="1651518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B5C8BA0-6163-B20A-D31B-F9A5DDD87A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0957" y="782984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A59E5BD-539C-A3A2-EBFB-4CC3BCAD6D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9612" y="1230082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4FAF9C9-ABC2-B2A4-E071-6607ACE8C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7156" y="1655411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20FE890-6476-5EFB-224C-6DA7E27B9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7994" y="5508170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7453A3A-D6B6-79D7-93F9-42E41971A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9686" y="5905491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F674F2E-CB75-19C8-470E-E730BE409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7994" y="6324987"/>
              <a:ext cx="381971" cy="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072A32B-9B26-82F2-63E1-E0814F5C764F}"/>
                </a:ext>
              </a:extLst>
            </p:cNvPr>
            <p:cNvSpPr/>
            <p:nvPr/>
          </p:nvSpPr>
          <p:spPr>
            <a:xfrm>
              <a:off x="699797" y="499190"/>
              <a:ext cx="3834882" cy="145090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98BC047-796D-2CFC-ECB8-42107BAD78CE}"/>
                </a:ext>
              </a:extLst>
            </p:cNvPr>
            <p:cNvSpPr/>
            <p:nvPr/>
          </p:nvSpPr>
          <p:spPr>
            <a:xfrm>
              <a:off x="5691284" y="438540"/>
              <a:ext cx="4594163" cy="164036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62DC57A-B837-9AF1-9A3D-7E5F514F17E8}"/>
                </a:ext>
              </a:extLst>
            </p:cNvPr>
            <p:cNvSpPr/>
            <p:nvPr/>
          </p:nvSpPr>
          <p:spPr>
            <a:xfrm>
              <a:off x="1567542" y="2526262"/>
              <a:ext cx="6895321" cy="207606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6F907DA-85FE-DBBE-D1E8-3D9D87FCBEE0}"/>
                </a:ext>
              </a:extLst>
            </p:cNvPr>
            <p:cNvSpPr/>
            <p:nvPr/>
          </p:nvSpPr>
          <p:spPr>
            <a:xfrm>
              <a:off x="653144" y="5066520"/>
              <a:ext cx="8864080" cy="164036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709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keyu yang</dc:creator>
  <cp:lastModifiedBy>keyu yang</cp:lastModifiedBy>
  <cp:revision>3</cp:revision>
  <dcterms:created xsi:type="dcterms:W3CDTF">2026-01-05T07:36:42Z</dcterms:created>
  <dcterms:modified xsi:type="dcterms:W3CDTF">2026-01-05T07:55:39Z</dcterms:modified>
</cp:coreProperties>
</file>